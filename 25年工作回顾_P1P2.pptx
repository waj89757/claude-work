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9"/>
    <p:sldId id="26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87"/>
    <a:srgbClr val="FE7013"/>
    <a:srgbClr val="FFFBE7"/>
    <a:srgbClr val="FFFF98"/>
    <a:srgbClr val="FFFF00"/>
    <a:srgbClr val="FF3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7"/>
    <p:restoredTop sz="94694"/>
  </p:normalViewPr>
  <p:slideViewPr>
    <p:cSldViewPr snapToGrid="0" snapToObjects="1">
      <p:cViewPr varScale="1">
        <p:scale>
          <a:sx n="73" d="100"/>
          <a:sy n="73" d="100"/>
        </p:scale>
        <p:origin x="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30F67-5233-3E4E-BB5C-4EF093E68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D0C1BF-C583-084D-AFD4-1BFB30156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9C70C-1094-ED47-B7A4-0D5EE1A2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11FE24-AE33-2648-9BDC-136B1646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4ED4F5A1-D41B-C74F-A90B-90C945AE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181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7C9B7-ECBE-764F-B9F5-45A4A8F4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89D6A-E5FF-A045-AE9D-EF0ACB000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44A50F-E4CA-8546-BBE4-F5E81A06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F23FA-3C46-124B-92A0-620241B0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4DC2540A-4055-2240-8C76-8EC7AC8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963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33B45-46CF-A746-8BB4-0C4695DE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894B56-9326-B244-95C3-AA7026619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7FE67-41A7-AB41-8F01-A7B35CA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761E9-287A-BF43-A846-B3D6908C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9CEFFE66-FC76-6545-AFFF-5D53EACF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991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49865-2FB3-0C4B-A34C-2EA32AB2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0E42C-73F5-B848-A133-36BB13F22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96CA9B-B29F-A045-890A-EF646C3AD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8CAA18-5412-5F4F-9CA9-1C5A211C2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3C2D23-7AE3-9746-B575-0916558E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>
            <a:extLst>
              <a:ext uri="{FF2B5EF4-FFF2-40B4-BE49-F238E27FC236}">
                <a16:creationId xmlns:a16="http://schemas.microsoft.com/office/drawing/2014/main" id="{F49A2308-B8D1-CE43-AF87-75CC1EF3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9227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C7970-C4CC-0647-BCC0-88140B7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F75211-2802-F94E-BF83-1AC73E64F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C7D6BE-66B2-3F47-A317-84E163BD6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6F6E0B-8686-F149-9959-807923431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6B72EF-EE08-4046-AD49-989C6A54E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85ABD2-B86E-B749-AE67-E85D0A7F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1647AC-59B0-FE43-BBF7-A96E29C9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8A36A002-5672-EB4F-BA46-19DF0155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001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1823E-B339-2941-8BFA-33A56ECF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A73222-F766-7249-8C5F-AFAD5F43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D877A0-1F8B-A14A-860C-020977FE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>
            <a:extLst>
              <a:ext uri="{FF2B5EF4-FFF2-40B4-BE49-F238E27FC236}">
                <a16:creationId xmlns:a16="http://schemas.microsoft.com/office/drawing/2014/main" id="{1E84E28A-1C0C-C343-98FE-654BBCF4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665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F08F9D-FE60-344E-8EC4-2F6A0C13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1218AE-B588-CB4C-9F56-8D4D688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08D6E677-D597-494C-8BB4-68042B8E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9313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AB7F8-DC4E-A144-A26A-1C97C6B6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DD56C-DF90-E445-AA6D-3185B34AB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11045F-F358-3C4D-A305-2321789A5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D82191-4723-E14A-8DE8-85DDCAB6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8A369C-B924-3F4A-BFA6-3D54A3B9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>
            <a:extLst>
              <a:ext uri="{FF2B5EF4-FFF2-40B4-BE49-F238E27FC236}">
                <a16:creationId xmlns:a16="http://schemas.microsoft.com/office/drawing/2014/main" id="{CF1EDC5A-9D05-284B-B1B9-D43E8D9B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68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5F6C7-00C2-CA4F-B368-773AD0EC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D417A7-A632-C04B-991C-51D63A209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19FEDF-EFA8-7E43-B039-AAB0EBF70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E99F03-6E3A-4049-A68D-24C71985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1AFB5C-DFE4-9149-B23C-6E679E29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>
            <a:extLst>
              <a:ext uri="{FF2B5EF4-FFF2-40B4-BE49-F238E27FC236}">
                <a16:creationId xmlns:a16="http://schemas.microsoft.com/office/drawing/2014/main" id="{DD5A16DB-8624-BE44-AB25-631A0E75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44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F2A6B-FB4A-9C41-B10E-E0E3B72B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>
            <a:extLst>
              <a:ext uri="{FF2B5EF4-FFF2-40B4-BE49-F238E27FC236}">
                <a16:creationId xmlns:a16="http://schemas.microsoft.com/office/drawing/2014/main" id="{D9DD85F5-81C9-664D-B1C3-92ABF897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C9F1D8-7032-4B45-AF6A-4AD0F7CB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249AFE-A16F-4440-976F-308A90AC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4AC04457-D83E-2C4A-A8E6-A80EF1E2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459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88EFE1-3F02-D043-8F24-8A551702D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>
            <a:extLst>
              <a:ext uri="{FF2B5EF4-FFF2-40B4-BE49-F238E27FC236}">
                <a16:creationId xmlns:a16="http://schemas.microsoft.com/office/drawing/2014/main" id="{10010588-A3EC-424F-BBC7-29ACD1A9A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63AEE2-D003-0C41-8695-AF39EA56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5AF910-07E9-8A46-945E-E8562B83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80A67FF4-FC4B-1345-90AF-FBF7A157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14259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3C3550-6E62-8F43-A051-8016DA47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E8D56D-2C23-C74A-9200-F9020C76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AD921-3103-7045-9A64-06AB56530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0F782-6447-4249-90A9-8F216CE317B9}" type="datetimeFigureOut">
              <a:t>2026/3/27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578650-C60B-7F47-8702-01F946FA1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D40FA07C-65B7-AB47-9904-9A286637C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66902-D924-084B-B739-82669462378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69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latin typeface="FZLanTingHeiS-H-GB"/>
                <a:solidFill>
                  <a:srgbClr val="FFFBE7"/>
                </a:solidFill>
              </a:rPr>
              <a:t>KSIB Technology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latin typeface="FZLanTingHeiS-H-GB"/>
                <a:solidFill>
                  <a:srgbClr val="FFFBE7"/>
                </a:solidFill>
              </a:rPr>
              <a:t>全年工作回顾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FZLanTingHeiS-H-GB"/>
                <a:solidFill>
                  <a:srgbClr val="FFFBE7"/>
                </a:solidFill>
              </a:rPr>
              <a:t>📦 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效能TOP1 | 人力-17.5%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FZLanTingHeiS-H-GB"/>
                <a:solidFill>
                  <a:srgbClr val="FFFBE7"/>
                </a:solidFill>
              </a:rPr>
              <a:t>🚀 赋能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时长/DAU/消耗超预期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FZLanTingHeiS-H-GB"/>
                <a:solidFill>
                  <a:srgbClr val="FFFBE7"/>
                </a:solidFill>
              </a:rPr>
              <a:t>💰 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YoY-6% | 多降8%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FZLanTingHeiS-H-GB"/>
                <a:solidFill>
                  <a:srgbClr val="FFFBE7"/>
                </a:solidFill>
              </a:rPr>
              <a:t>🤖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All use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latin typeface="FZLanTingHeiS-H-GB"/>
                <a:solidFill>
                  <a:srgbClr val="FFFBE7"/>
                </a:solidFill>
              </a:rPr>
              <a:t>综合自评 A-  ｜  业务指标 A  ｜  组织 B+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latin typeface="FZLanTingHeiS-H-GB"/>
                <a:solidFill>
                  <a:srgbClr val="FFFBE7"/>
                </a:solidFill>
              </a:rPr>
              <a:t>业务赋能：核心指标全面达成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FZLanTingHeiS-H-GB"/>
                <a:solidFill>
                  <a:srgbClr val="FFFBE7"/>
                </a:solidFill>
              </a:rPr>
              <a:t>🇧🇷 App时长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FZLanTingHeiS-H-GB"/>
                <a:solidFill>
                  <a:srgbClr val="FFFBE7"/>
                </a:solidFill>
              </a:rPr>
              <a:t>目标 +3%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FZLanTingHeiS-H-GB"/>
                <a:solidFill>
                  <a:srgbClr val="FFFBE7"/>
                </a:solidFill>
              </a:rPr>
              <a:t>✅ BR +7.9%
✅ IN +4.1%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FZLanTingHeiS-H-GB"/>
                <a:solidFill>
                  <a:srgbClr val="FFFBE7"/>
                </a:solidFill>
              </a:rPr>
              <a:t>📈 DAU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FZLanTingHeiS-H-GB"/>
                <a:solidFill>
                  <a:srgbClr val="FFFBE7"/>
                </a:solidFill>
              </a:rPr>
              <a:t>目标 +1%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FZLanTingHeiS-H-GB"/>
                <a:solidFill>
                  <a:srgbClr val="FFFBE7"/>
                </a:solidFill>
              </a:rPr>
              <a:t>✅ +1.9%
短剧 +2.5%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FZLanTingHeiS-H-GB"/>
                <a:solidFill>
                  <a:srgbClr val="FFFBE7"/>
                </a:solidFill>
              </a:rPr>
              <a:t>💰 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FZLanTingHeiS-H-GB"/>
                <a:solidFill>
                  <a:srgbClr val="FFFBE7"/>
                </a:solidFill>
              </a:rPr>
              <a:t>目标 +5%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FZLanTingHeiS-H-GB"/>
                <a:solidFill>
                  <a:srgbClr val="FFFBE7"/>
                </a:solidFill>
              </a:rPr>
              <a:t>✅ 消耗 +9.3%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FZLanTingHeiS-H-GB"/>
                <a:solidFill>
                  <a:srgbClr val="FFFBE7"/>
                </a:solidFill>
              </a:rPr>
              <a:t>📊 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FZLanTingHeiS-H-GB"/>
                <a:solidFill>
                  <a:srgbClr val="FFFBE7"/>
                </a:solidFill>
              </a:rPr>
              <a:t>目标 上岸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FZLanTingHeiS-H-GB"/>
                <a:solidFill>
                  <a:srgbClr val="FFFBE7"/>
                </a:solidFill>
              </a:rPr>
              <a:t>✅ UE +3%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FZLanTingHeiS-H-GB"/>
                <a:solidFill>
                  <a:srgbClr val="FFFBE7"/>
                </a:solidFill>
              </a:rPr>
              <a:t>关键技术贡献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FZLanTingHeiS-H-GB"/>
                <a:solidFill>
                  <a:srgbClr val="FFFBE7"/>
                </a:solidFill>
              </a:rPr>
              <a:t>🎯 极致消费体验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时长 258% | DAU 310%
视频播放流畅性↑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FZLanTingHeiS-H-GB"/>
                <a:solidFill>
                  <a:srgbClr val="FFFBE7"/>
                </a:solidFill>
              </a:rPr>
              <a:t>📱 短剧APP 0-1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74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无新增HC保交付
锁屏 +1.8% | AI译制1000+部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FZLanTingHeiS-H-GB"/>
                <a:solidFill>
                  <a:srgbClr val="FFFBE7"/>
                </a:solidFill>
              </a:rPr>
              <a:t>💼 商业化端智能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474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消耗 +4%
快享端智能 +10.995%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FZLanTingHeiS-H-GB"/>
                <a:solidFill>
                  <a:srgbClr val="FFFBE7"/>
                </a:solidFill>
              </a:rPr>
              <a:t>🌐 电商前端体验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80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KRN秒开 41.5%→59.7%
支付子单 +5.18%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FZLanTingHeiS-H-GB"/>
                <a:solidFill>
                  <a:srgbClr val="FFFBE7"/>
                </a:solidFill>
              </a:rPr>
              <a:t>🎬 UG大模型应用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80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短剧AI PUSH +2.5%
10+业务场景复用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FZLanTingHeiS-H-GB"/>
                <a:solidFill>
                  <a:srgbClr val="FFFBE7"/>
                </a:solidFill>
              </a:rPr>
              <a:t>🔗 联盟开国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80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FZLanTingHeiS-H-GB"/>
                <a:solidFill>
                  <a:srgbClr val="FFFBE7"/>
                </a:solidFill>
              </a:rPr>
              <a:t>美墨联盟快速迭代
首个轻量双中心部署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latin typeface="FZLanTingHeiS-H-GB"/>
                <a:solidFill>
                  <a:srgbClr val="FFFBE7"/>
                </a:solidFill>
              </a:rPr>
              <a:t>效能TOP1（人均+12%）｜ AI代码42.9%（TOP1）｜ 稳定性99.9997%（5个9）｜ 架构90.48分（第一梯队）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15086</TotalTime>
  <Words>6</Words>
  <Application>Microsoft Office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FZLanTingHeiS-H-GB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Administrator</cp:lastModifiedBy>
  <cp:revision>75</cp:revision>
  <cp:lastPrinted>2024-07-16T14:03:19Z</cp:lastPrinted>
  <dcterms:created xsi:type="dcterms:W3CDTF">2023-06-28T02:54:28Z</dcterms:created>
  <dcterms:modified xsi:type="dcterms:W3CDTF">2026-03-27T12:55:48Z</dcterms:modified>
</cp:coreProperties>
</file>